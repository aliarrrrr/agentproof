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943aac5c634916" /><Relationship Type="http://schemas.openxmlformats.org/officeDocument/2006/relationships/extended-properties" Target="/docProps/app.xml" Id="Rfbff00ef20094e7d" /><Relationship Type="http://schemas.openxmlformats.org/officeDocument/2006/relationships/officeDocument" Target="/ppt/presentation.xml" Id="Re270fcc1edf247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f54623d7bc4376"/>
  </p:sldMasterIdLst>
  <p:notesMasterIdLst>
    <p:notesMasterId xmlns:r="http://schemas.openxmlformats.org/officeDocument/2006/relationships" r:id="R1da45005340249cf"/>
  </p:notesMasterIdLst>
  <p:sldIdLst>
    <p:sldId xmlns:r="http://schemas.openxmlformats.org/officeDocument/2006/relationships" id="256" r:id="R31989e4bdbc849db"/>
    <p:sldId xmlns:r="http://schemas.openxmlformats.org/officeDocument/2006/relationships" id="257" r:id="Rd10f4c6fa3354684"/>
    <p:sldId xmlns:r="http://schemas.openxmlformats.org/officeDocument/2006/relationships" id="258" r:id="R73fc09a3ffd3457b"/>
    <p:sldId xmlns:r="http://schemas.openxmlformats.org/officeDocument/2006/relationships" id="259" r:id="R43309df1ef7a416c"/>
    <p:sldId xmlns:r="http://schemas.openxmlformats.org/officeDocument/2006/relationships" id="260" r:id="R79906f86d6804e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b0b2a781e0490b" /><Relationship Type="http://schemas.openxmlformats.org/officeDocument/2006/relationships/slideMaster" Target="/ppt/slideMasters/slideMaster1.xml" Id="R16f54623d7bc4376" /><Relationship Type="http://schemas.openxmlformats.org/officeDocument/2006/relationships/notesMaster" Target="/ppt/notesMasters/notesMaster1.xml" Id="R1da45005340249cf" /><Relationship Type="http://schemas.openxmlformats.org/officeDocument/2006/relationships/presProps" Target="/ppt/presProps.xml" Id="Rd767f7a979e946c3" /><Relationship Type="http://schemas.openxmlformats.org/officeDocument/2006/relationships/tableStyles" Target="/ppt/tableStyles.xml" Id="R943388281f8248c2" /><Relationship Type="http://schemas.openxmlformats.org/officeDocument/2006/relationships/slide" Target="/ppt/slides/slide1.xml" Id="R31989e4bdbc849db" /><Relationship Type="http://schemas.openxmlformats.org/officeDocument/2006/relationships/slide" Target="/ppt/slides/slide2.xml" Id="Rd10f4c6fa3354684" /><Relationship Type="http://schemas.openxmlformats.org/officeDocument/2006/relationships/slide" Target="/ppt/slides/slide3.xml" Id="R73fc09a3ffd3457b" /><Relationship Type="http://schemas.openxmlformats.org/officeDocument/2006/relationships/slide" Target="/ppt/slides/slide4.xml" Id="R43309df1ef7a416c" /><Relationship Type="http://schemas.openxmlformats.org/officeDocument/2006/relationships/slide" Target="/ppt/slides/slide5.xml" Id="R79906f86d6804e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bbc9f228e24b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591ad1da64d49" /><Relationship Type="http://schemas.openxmlformats.org/officeDocument/2006/relationships/notesMaster" Target="/ppt/notesMasters/notesMaster1.xml" Id="Rf5cfa61b2e05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dd5d752d00420f" /><Relationship Type="http://schemas.openxmlformats.org/officeDocument/2006/relationships/notesMaster" Target="/ppt/notesMasters/notesMaster1.xml" Id="R4e8dfe5cccf8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99bd74139644ce" /><Relationship Type="http://schemas.openxmlformats.org/officeDocument/2006/relationships/notesMaster" Target="/ppt/notesMasters/notesMaster1.xml" Id="R9ddb914ce8f346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bc4f81934544a0" /><Relationship Type="http://schemas.openxmlformats.org/officeDocument/2006/relationships/notesMaster" Target="/ppt/notesMasters/notesMaster1.xml" Id="Rb7e7f1bcf55e42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d80741f104422f" /><Relationship Type="http://schemas.openxmlformats.org/officeDocument/2006/relationships/notesMaster" Target="/ppt/notesMasters/notesMaster1.xml" Id="R9ea1bc675c15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described from the project source. Testnet and mainnet transactions must be completed by the participant before claiming deployment. Network source: https://dev-docs.botchain.ai/docs/Developers/quick-guide/</a:t>
            </a:r>
          </a:p>
          <a:p xmlns:a="http://schemas.openxmlformats.org/drawingml/2006/main">
            <a:r>
              <a:t>Demo: https://agentproof-aliar.aliar202517.chatgpt.site</a:t>
            </a:r>
          </a:p>
          <a:p xmlns:a="http://schemas.openxmlformats.org/drawingml/2006/main">
            <a:r>
              <a:t>以实际完成的链上交易为准，不宣称存证证明 AI 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described from the project source. Testnet and mainnet transactions must be completed by the participant before claiming deployment. Network source: https://dev-docs.botchain.ai/docs/Developers/quick-guide/</a:t>
            </a:r>
          </a:p>
          <a:p xmlns:a="http://schemas.openxmlformats.org/drawingml/2006/main">
            <a:r>
              <a:t>Demo: https://agentproof-aliar.aliar202517.chatgpt.site</a:t>
            </a:r>
          </a:p>
          <a:p xmlns:a="http://schemas.openxmlformats.org/drawingml/2006/main">
            <a:r>
              <a:t>以实际完成的链上交易为准，不宣称存证证明 AI 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described from the project source. Testnet and mainnet transactions must be completed by the participant before claiming deployment. Network source: https://dev-docs.botchain.ai/docs/Developers/quick-guide/</a:t>
            </a:r>
          </a:p>
          <a:p xmlns:a="http://schemas.openxmlformats.org/drawingml/2006/main">
            <a:r>
              <a:t>Demo: https://agentproof-aliar.aliar202517.chatgpt.site</a:t>
            </a:r>
          </a:p>
          <a:p xmlns:a="http://schemas.openxmlformats.org/drawingml/2006/main">
            <a:r>
              <a:t>以实际完成的链上交易为准，不宣称存证证明 AI 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described from the project source. Testnet and mainnet transactions must be completed by the participant before claiming deployment. Network source: https://dev-docs.botchain.ai/docs/Developers/quick-guide/</a:t>
            </a:r>
          </a:p>
          <a:p xmlns:a="http://schemas.openxmlformats.org/drawingml/2006/main">
            <a:r>
              <a:t>Demo: https://agentproof-aliar.aliar202517.chatgpt.site</a:t>
            </a:r>
          </a:p>
          <a:p xmlns:a="http://schemas.openxmlformats.org/drawingml/2006/main">
            <a:r>
              <a:t>演示时展示钱包签名、原文匹配和修改一个字符后的查询结果。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described from the project source. Testnet and mainnet transactions must be completed by the participant before claiming deployment. Network source: https://dev-docs.botchain.ai/docs/Developers/quick-guide/</a:t>
            </a:r>
          </a:p>
          <a:p xmlns:a="http://schemas.openxmlformats.org/drawingml/2006/main">
            <a:r>
              <a:t>Demo: https://agentproof-aliar.aliar202517.chatgpt.site</a:t>
            </a:r>
          </a:p>
          <a:p xmlns:a="http://schemas.openxmlformats.org/drawingml/2006/main">
            <a:r>
              <a:t>以实际完成的链上交易为准，不宣称存证证明 AI 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c5141b95c47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7f67c3a3e4a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d7701e0914d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301e9f0fe4c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fd2e67bf24d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c3f5dbeed45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C64DBCF-0C50-4608-AA53-3DBB420A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C2DA37-3353-4123-8E7C-BC849CAEE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9BDA9A-CA42-4716-A1F6-DF10EEF56E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C3AEBF-3EA9-4BE0-9936-06A012E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B329C2-5950-451B-B0A6-5516867F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1549598-82C1-4CBE-9C40-86C832D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4EB4BD-ECF1-493B-9875-A752F4AD6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97EB6B-FCE5-423C-8391-B20C4C9FF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DA5ED1-3CBB-4DD8-8ECC-38653AB7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E44EB9-9FE0-4F5C-95B7-0DEA5D012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D2F164-98B5-45D8-BDAB-CDCF888576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81755E-E038-4341-8704-665A067F2D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256236C-505D-4E26-B5BA-8867B72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662B05-E66C-4178-A37E-F126F19E99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AD6455-2AC5-40C4-B8F2-03962FD671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bbdc0265ce492c" /><Relationship Type="http://schemas.openxmlformats.org/officeDocument/2006/relationships/slideLayout" Target="/ppt/slideLayouts/slideLayout1.xml" Id="R91c476fdd5cd45d5" /><Relationship Type="http://schemas.openxmlformats.org/officeDocument/2006/relationships/slideLayout" Target="/ppt/slideLayouts/slideLayout2.xml" Id="R6b1ba26f75c44c92" /><Relationship Type="http://schemas.openxmlformats.org/officeDocument/2006/relationships/slideLayout" Target="/ppt/slideLayouts/slideLayout3.xml" Id="R37639b38548348e2" /><Relationship Type="http://schemas.openxmlformats.org/officeDocument/2006/relationships/slideLayout" Target="/ppt/slideLayouts/slideLayout4.xml" Id="R7a36392ddcb34623" /><Relationship Type="http://schemas.openxmlformats.org/officeDocument/2006/relationships/slideLayout" Target="/ppt/slideLayouts/slideLayout5.xml" Id="R7edb5054ee1e4eee" /><Relationship Type="http://schemas.openxmlformats.org/officeDocument/2006/relationships/slideLayout" Target="/ppt/slideLayouts/slideLayout6.xml" Id="R3c4f3764b42546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476fdd5cd45d5"/>
    <p:sldLayoutId xmlns:r="http://schemas.openxmlformats.org/officeDocument/2006/relationships" id="2147483650" r:id="R6b1ba26f75c44c92"/>
    <p:sldLayoutId xmlns:r="http://schemas.openxmlformats.org/officeDocument/2006/relationships" id="2147483651" r:id="R37639b38548348e2"/>
    <p:sldLayoutId xmlns:r="http://schemas.openxmlformats.org/officeDocument/2006/relationships" id="2147483652" r:id="R7a36392ddcb34623"/>
    <p:sldLayoutId xmlns:r="http://schemas.openxmlformats.org/officeDocument/2006/relationships" id="2147483653" r:id="R7edb5054ee1e4eee"/>
    <p:sldLayoutId xmlns:r="http://schemas.openxmlformats.org/officeDocument/2006/relationships" id="2147483654" r:id="R3c4f3764b42546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71e83c3374f76" /><Relationship Type="http://schemas.openxmlformats.org/officeDocument/2006/relationships/notesSlide" Target="/ppt/notesSlides/notesSlide1.xml" Id="Ra8e2aca1611f44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732b281b24907" /><Relationship Type="http://schemas.openxmlformats.org/officeDocument/2006/relationships/notesSlide" Target="/ppt/notesSlides/notesSlide2.xml" Id="R8c0858d96c2546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23f1c68e34bf5" /><Relationship Type="http://schemas.openxmlformats.org/officeDocument/2006/relationships/notesSlide" Target="/ppt/notesSlides/notesSlide3.xml" Id="Rf63629063f74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c496d2f8d487e" /><Relationship Type="http://schemas.openxmlformats.org/officeDocument/2006/relationships/notesSlide" Target="/ppt/notesSlides/notesSlide4.xml" Id="Rf97c9bb4a91943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db45fce2e4c84" /><Relationship Type="http://schemas.openxmlformats.org/officeDocument/2006/relationships/notesSlide" Target="/ppt/notesSlides/notesSlide5.xml" Id="Reefe010aa41c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E5B3D-3D41-44AE-A1F5-8665BB97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rPr>
              <a:t>AgentProof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EF3CF-0182-4614-B45A-44A5E0A3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rPr>
              <a:t>Content integrity for AI 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DA787-5130-4EFF-A06F-E0EA69CE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7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BOT Chain BUILD BEYOND 2026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Hackathon prototype</a:t>
            </a:r>
          </a:p>
        </p:txBody>
      </p:sp>
    </p:spTree>
    <p:extLst>
      <p:ext uri="{BB962C8B-B14F-4D97-AF65-F5344CB8AC3E}">
        <p14:creationId xmlns:p14="http://schemas.microsoft.com/office/powerpoint/2010/main" val="1500240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73D06-3DF3-4CA9-9817-64192FDB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E65FF-0702-46F6-B6CA-30998E7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rPr>
              <a:t>AI reports change during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4ED48-5304-46CE-94C6-35CB7BE5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7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Teams need to check whether a shared report matches the version submitted by a wallet.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A screenshot alone does not provide a chain record.</a:t>
            </a:r>
          </a:p>
        </p:txBody>
      </p:sp>
    </p:spTree>
    <p:extLst>
      <p:ext uri="{BB962C8B-B14F-4D97-AF65-F5344CB8AC3E}">
        <p14:creationId xmlns:p14="http://schemas.microsoft.com/office/powerpoint/2010/main" val="938860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E7A11-F004-4A35-B44C-1705406A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rPr>
              <a:t>The working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2A620-F671-45EC-BDD9-05DC7B0E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rPr>
              <a:t>Hash locally. Attest on BOT Chain.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BF541-CDFB-43C0-98BB-14C902BC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7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Paste a report and compute its SHA-256 digest.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A wallet submits the digest to a Solidity contract.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Anyone can query the author address and digest.</a:t>
            </a:r>
          </a:p>
        </p:txBody>
      </p:sp>
    </p:spTree>
    <p:extLst>
      <p:ext uri="{BB962C8B-B14F-4D97-AF65-F5344CB8AC3E}">
        <p14:creationId xmlns:p14="http://schemas.microsoft.com/office/powerpoint/2010/main" val="2115280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66BF-6653-421B-9C1F-DF86A4A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7A75E-3316-4C97-BB02-1EE47FF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rPr>
              <a:t>Original text matches. Edited text fails.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5A760-FF22-4E28-9A12-035E14D9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7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1. Submit a report through the wallet.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2. Verify the original text against the chain record.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3. Change one character and query again.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4. Show the contract and transaction in BOTScan.</a:t>
            </a:r>
          </a:p>
        </p:txBody>
      </p:sp>
    </p:spTree>
    <p:extLst>
      <p:ext uri="{BB962C8B-B14F-4D97-AF65-F5344CB8AC3E}">
        <p14:creationId xmlns:p14="http://schemas.microsoft.com/office/powerpoint/2010/main" val="1952697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49C54-CC4E-48F6-9217-B8BA31E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63E8B7"/>
                </a:solidFill>
                <a:latin typeface="Bitstream Charter"/>
                <a:ea typeface="Bitstream Charter"/>
                <a:cs typeface="Bitstream Charter"/>
              </a:rPr>
              <a:t>Implementation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9E4FE-6F16-4140-AF0B-B65765F2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EAF1FA"/>
                </a:solidFill>
                <a:latin typeface="Bitstream Charter"/>
                <a:ea typeface="Bitstream Charter"/>
                <a:cs typeface="Bitstream Charter"/>
              </a:rPr>
              <a:t>An EVM contract with a browser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9CCB6-B41A-4FA3-8CB3-96737E71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7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Implemented: deploy, attest, query, evidence export.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The record proves submission of a digest by an address.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It does not prove factual accuracy or AI authorship.</a:t>
            </a:r>
          </a:p>
          <a:p xmlns:a="http://schemas.openxmlformats.org/drawingml/2006/main">
            <a:pPr>
              <a:def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8C7DA"/>
                </a:solidFill>
                <a:latin typeface="Bitstream Charter"/>
                <a:ea typeface="Bitstream Charter"/>
                <a:cs typeface="Bitstream Charter"/>
              </a:rPr>
              <a:t>Next: integrate an Agent submission API.</a:t>
            </a:r>
          </a:p>
        </p:txBody>
      </p:sp>
    </p:spTree>
    <p:extLst>
      <p:ext uri="{BB962C8B-B14F-4D97-AF65-F5344CB8AC3E}">
        <p14:creationId xmlns:p14="http://schemas.microsoft.com/office/powerpoint/2010/main" val="789187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2026-10-07T05:06:35.2310000Z</dcterms:created>
  <dcterms:modified xsi:type="dcterms:W3CDTF">2026-10-07T05:06:35.2310000Z</dcterms:modified>
</coreProperties>
</file>